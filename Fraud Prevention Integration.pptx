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B2C03-1A88-A3F9-5EF9-90233C9CC08D}" v="1" dt="2026-09-14T15:48:58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24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3C05F-96AD-4FC1-9C4D-5516C219CA87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8DC7B-B67D-4DA9-BDFF-2152A481342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1616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DC7B-B67D-4DA9-BDFF-2152A4813422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12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748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646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61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562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142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36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845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640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918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820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745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1133E-8285-4AC0-896E-A76747EE75C4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C7419-01E7-4AB8-8E3D-0D26CD6F6279}" type="slidenum">
              <a:rPr lang="es-MX" smtClean="0"/>
              <a:t>‹#›</a:t>
            </a:fld>
            <a:endParaRPr lang="es-MX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1AF7D-7A0E-4A7C-BF46-8D8AD0C1A86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5719" y="11808178"/>
            <a:ext cx="492919" cy="86627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563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Limited Sharing</a:t>
            </a:r>
          </a:p>
        </p:txBody>
      </p:sp>
    </p:spTree>
    <p:extLst>
      <p:ext uri="{BB962C8B-B14F-4D97-AF65-F5344CB8AC3E}">
        <p14:creationId xmlns:p14="http://schemas.microsoft.com/office/powerpoint/2010/main" val="114903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92FC7C-4969-EB57-3CB0-202026DE7E48}"/>
              </a:ext>
            </a:extLst>
          </p:cNvPr>
          <p:cNvGrpSpPr/>
          <p:nvPr/>
        </p:nvGrpSpPr>
        <p:grpSpPr>
          <a:xfrm>
            <a:off x="1826" y="425824"/>
            <a:ext cx="6847967" cy="11764736"/>
            <a:chOff x="298848" y="226304"/>
            <a:chExt cx="6530504" cy="1062830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0B67A1-0465-83BA-BA07-444386F3BE65}"/>
                </a:ext>
              </a:extLst>
            </p:cNvPr>
            <p:cNvSpPr txBox="1"/>
            <p:nvPr/>
          </p:nvSpPr>
          <p:spPr>
            <a:xfrm>
              <a:off x="2264114" y="829950"/>
              <a:ext cx="957877" cy="38057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lIns="51435" tIns="25718" rIns="51435" bIns="25718" rtlCol="0" anchor="t">
              <a:spAutoFit/>
            </a:bodyPr>
            <a:lstStyle/>
            <a:p>
              <a:pPr marL="96441" indent="-96441">
                <a:buFont typeface="Arial" panose="020B0604020202020204" pitchFamily="34" charset="0"/>
                <a:buChar char="•"/>
              </a:pPr>
              <a:r>
                <a:rPr lang="en-US" sz="600"/>
                <a:t>Concessionaire</a:t>
              </a:r>
            </a:p>
            <a:p>
              <a:pPr marL="96441" indent="-96441">
                <a:buFont typeface="Arial" panose="020B0604020202020204" pitchFamily="34" charset="0"/>
                <a:buChar char="•"/>
              </a:pPr>
              <a:r>
                <a:rPr lang="en-US" sz="600"/>
                <a:t>Personal PPG (Any Area)</a:t>
              </a:r>
            </a:p>
            <a:p>
              <a:pPr marL="96441" indent="-96441">
                <a:buFont typeface="Arial" panose="020B0604020202020204" pitchFamily="34" charset="0"/>
                <a:buChar char="•"/>
              </a:pPr>
              <a:r>
                <a:rPr lang="en-US" sz="600"/>
                <a:t>Marketing </a:t>
              </a:r>
            </a:p>
            <a:p>
              <a:pPr marL="96441" indent="-96441">
                <a:buFont typeface="Arial" panose="020B0604020202020204" pitchFamily="34" charset="0"/>
                <a:buChar char="•"/>
              </a:pPr>
              <a:r>
                <a:rPr lang="en-US" sz="600"/>
                <a:t>SOC (Axur notifications)</a:t>
              </a:r>
              <a:endParaRPr lang="es-MX" sz="6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5713E2-6E4D-A809-B94E-DD03C157EE1D}"/>
                </a:ext>
              </a:extLst>
            </p:cNvPr>
            <p:cNvSpPr txBox="1"/>
            <p:nvPr/>
          </p:nvSpPr>
          <p:spPr>
            <a:xfrm>
              <a:off x="451777" y="6206034"/>
              <a:ext cx="583380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Legal </a:t>
              </a:r>
              <a:r>
                <a:rPr lang="es-MX" sz="60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team</a:t>
              </a:r>
              <a:endParaRPr lang="es-MX" sz="6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1527D6-2540-F674-FDD7-00061828FE6A}"/>
                </a:ext>
              </a:extLst>
            </p:cNvPr>
            <p:cNvSpPr txBox="1"/>
            <p:nvPr/>
          </p:nvSpPr>
          <p:spPr>
            <a:xfrm>
              <a:off x="383430" y="3352317"/>
              <a:ext cx="336952" cy="18466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SOC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32DA099-691F-3F0E-23FC-E56D66F4D674}"/>
                </a:ext>
              </a:extLst>
            </p:cNvPr>
            <p:cNvSpPr txBox="1"/>
            <p:nvPr/>
          </p:nvSpPr>
          <p:spPr>
            <a:xfrm>
              <a:off x="1423216" y="834449"/>
              <a:ext cx="720277" cy="50048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600" err="1"/>
                <a:t>Generates</a:t>
              </a:r>
              <a:r>
                <a:rPr lang="es-MX" sz="600"/>
                <a:t> a Notification </a:t>
              </a:r>
              <a:r>
                <a:rPr lang="es-MX" sz="600" err="1"/>
                <a:t>of</a:t>
              </a:r>
              <a:r>
                <a:rPr lang="es-MX" sz="600"/>
                <a:t> a </a:t>
              </a:r>
              <a:r>
                <a:rPr lang="es-MX" sz="600" err="1"/>
                <a:t>potential</a:t>
              </a:r>
              <a:r>
                <a:rPr lang="es-MX" sz="600"/>
                <a:t> </a:t>
              </a:r>
              <a:r>
                <a:rPr lang="es-MX" sz="600" err="1"/>
                <a:t>spoofed</a:t>
              </a:r>
              <a:r>
                <a:rPr lang="es-MX" sz="600"/>
                <a:t> </a:t>
              </a:r>
              <a:r>
                <a:rPr lang="es-MX" sz="600" err="1"/>
                <a:t>profile</a:t>
              </a:r>
              <a:r>
                <a:rPr lang="es-MX" sz="600"/>
                <a:t>/post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93FCAF-7F85-3FBD-7A5C-BE4D5AA7F9ED}"/>
                </a:ext>
              </a:extLst>
            </p:cNvPr>
            <p:cNvSpPr txBox="1"/>
            <p:nvPr/>
          </p:nvSpPr>
          <p:spPr>
            <a:xfrm>
              <a:off x="1427352" y="3018787"/>
              <a:ext cx="704768" cy="54740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51435" tIns="25718" rIns="51435" bIns="25718" rtlCol="0" anchor="t">
              <a:spAutoFit/>
            </a:bodyPr>
            <a:lstStyle/>
            <a:p>
              <a:r>
                <a:rPr lang="en-US" sz="600"/>
                <a:t>Documents, validates, and issues reports on potentially apocryphal profiles and posts</a:t>
              </a:r>
              <a:endParaRPr lang="es-MX" sz="6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F62410-626B-DCC3-7B20-00D08F193073}"/>
                </a:ext>
              </a:extLst>
            </p:cNvPr>
            <p:cNvSpPr txBox="1"/>
            <p:nvPr/>
          </p:nvSpPr>
          <p:spPr>
            <a:xfrm>
              <a:off x="1893039" y="3637266"/>
              <a:ext cx="903761" cy="16682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600"/>
                <a:t>Rule </a:t>
              </a:r>
              <a:r>
                <a:rPr lang="es-MX" sz="600" err="1"/>
                <a:t>out</a:t>
              </a:r>
              <a:r>
                <a:rPr lang="es-MX" sz="600"/>
                <a:t> false positives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94C07A-FA97-613B-C042-A39524F52944}"/>
                </a:ext>
              </a:extLst>
            </p:cNvPr>
            <p:cNvSpPr txBox="1"/>
            <p:nvPr/>
          </p:nvSpPr>
          <p:spPr>
            <a:xfrm>
              <a:off x="1421961" y="4629367"/>
              <a:ext cx="711026" cy="38057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51435" tIns="25718" rIns="51435" bIns="25718" rtlCol="0" anchor="t">
              <a:spAutoFit/>
            </a:bodyPr>
            <a:lstStyle/>
            <a:p>
              <a:r>
                <a:rPr lang="en-US" sz="600"/>
                <a:t>Send a report to the Marketing team for review and validation.</a:t>
              </a:r>
              <a:endParaRPr lang="es-MX" sz="6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F94CD5-FAD9-AEA9-7886-520D057ADA17}"/>
                </a:ext>
              </a:extLst>
            </p:cNvPr>
            <p:cNvSpPr txBox="1"/>
            <p:nvPr/>
          </p:nvSpPr>
          <p:spPr>
            <a:xfrm>
              <a:off x="1425074" y="5201756"/>
              <a:ext cx="711026" cy="463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51435" tIns="25718" rIns="51435" bIns="25718" rtlCol="0" anchor="t">
              <a:spAutoFit/>
            </a:bodyPr>
            <a:lstStyle/>
            <a:p>
              <a:r>
                <a:rPr lang="en-US" sz="600"/>
                <a:t>Reviews, validates and issues reports of publications and profiles considered spoofed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7D2C34-B565-49C9-1FFE-FCA20D565D13}"/>
                </a:ext>
              </a:extLst>
            </p:cNvPr>
            <p:cNvSpPr txBox="1"/>
            <p:nvPr/>
          </p:nvSpPr>
          <p:spPr>
            <a:xfrm>
              <a:off x="1440976" y="6039714"/>
              <a:ext cx="711026" cy="41707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600"/>
                <a:t>Send a report to the legal team for review and validation.</a:t>
              </a:r>
              <a:endParaRPr lang="es-MX" sz="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952094-318F-3682-BB10-3B0D5ED97127}"/>
                </a:ext>
              </a:extLst>
            </p:cNvPr>
            <p:cNvSpPr txBox="1"/>
            <p:nvPr/>
          </p:nvSpPr>
          <p:spPr>
            <a:xfrm>
              <a:off x="1440976" y="6695601"/>
              <a:ext cx="711026" cy="50048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600"/>
                <a:t>Review, validates, and request investigation for applicable cases</a:t>
              </a:r>
              <a:endParaRPr lang="es-MX" sz="6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79328C-2C05-CC79-5B4B-28E3498DC9AC}"/>
                </a:ext>
              </a:extLst>
            </p:cNvPr>
            <p:cNvSpPr txBox="1"/>
            <p:nvPr/>
          </p:nvSpPr>
          <p:spPr>
            <a:xfrm>
              <a:off x="2599444" y="7568386"/>
              <a:ext cx="711026" cy="41707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600"/>
                <a:t>Issues </a:t>
              </a:r>
              <a:r>
                <a:rPr lang="es-MX" sz="600" err="1"/>
                <a:t>reports</a:t>
              </a:r>
              <a:r>
                <a:rPr lang="es-MX" sz="600"/>
                <a:t> on </a:t>
              </a:r>
              <a:r>
                <a:rPr lang="es-MX" sz="600" err="1"/>
                <a:t>confirmed</a:t>
              </a:r>
              <a:r>
                <a:rPr lang="es-MX" sz="600"/>
                <a:t> </a:t>
              </a:r>
              <a:r>
                <a:rPr lang="es-MX" sz="600" err="1"/>
                <a:t>spoofed</a:t>
              </a:r>
              <a:r>
                <a:rPr lang="es-MX" sz="600"/>
                <a:t> </a:t>
              </a:r>
              <a:r>
                <a:rPr lang="es-MX" sz="600" err="1"/>
                <a:t>profiles</a:t>
              </a:r>
              <a:r>
                <a:rPr lang="es-MX" sz="600"/>
                <a:t>/posts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5EB06F-5628-2DEE-2079-F85738685D57}"/>
                </a:ext>
              </a:extLst>
            </p:cNvPr>
            <p:cNvSpPr txBox="1"/>
            <p:nvPr/>
          </p:nvSpPr>
          <p:spPr>
            <a:xfrm>
              <a:off x="3408191" y="3452600"/>
              <a:ext cx="1072814" cy="41707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600"/>
                <a:t>Request takedown of the confirmed spoofed profiles/posts with the support of legal team</a:t>
              </a:r>
              <a:endParaRPr lang="es-MX" sz="6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4C32EE-5C18-0A33-4E85-947C0FD0DA2B}"/>
                </a:ext>
              </a:extLst>
            </p:cNvPr>
            <p:cNvSpPr txBox="1"/>
            <p:nvPr/>
          </p:nvSpPr>
          <p:spPr>
            <a:xfrm>
              <a:off x="4821278" y="3413096"/>
              <a:ext cx="691243" cy="50048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600"/>
                <a:t>Confirms the removal of the confirmed spoofed profiles/posts</a:t>
              </a:r>
              <a:endParaRPr lang="es-MX" sz="6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BA5299-22F1-DCAF-3224-5B5D55E7600B}"/>
                </a:ext>
              </a:extLst>
            </p:cNvPr>
            <p:cNvSpPr txBox="1"/>
            <p:nvPr/>
          </p:nvSpPr>
          <p:spPr>
            <a:xfrm>
              <a:off x="5957479" y="3447957"/>
              <a:ext cx="711026" cy="41707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600"/>
                <a:t>Documents, notifies and closes the process.</a:t>
              </a:r>
              <a:endParaRPr lang="es-MX" sz="6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14B8314-2FB6-EEF4-E12B-ED87961797D8}"/>
                </a:ext>
              </a:extLst>
            </p:cNvPr>
            <p:cNvSpPr/>
            <p:nvPr/>
          </p:nvSpPr>
          <p:spPr>
            <a:xfrm>
              <a:off x="1516665" y="226304"/>
              <a:ext cx="527312" cy="42758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 err="1">
                  <a:solidFill>
                    <a:schemeClr val="tx1"/>
                  </a:solidFill>
                </a:rPr>
                <a:t>Start</a:t>
              </a:r>
              <a:endParaRPr lang="es-MX" sz="60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87F84D7-D57D-A89C-FAC7-C4D3465CDBC0}"/>
                </a:ext>
              </a:extLst>
            </p:cNvPr>
            <p:cNvSpPr/>
            <p:nvPr/>
          </p:nvSpPr>
          <p:spPr>
            <a:xfrm>
              <a:off x="6129921" y="10485277"/>
              <a:ext cx="450622" cy="36932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 err="1">
                  <a:solidFill>
                    <a:schemeClr val="tx1"/>
                  </a:solidFill>
                </a:rPr>
                <a:t>End</a:t>
              </a:r>
              <a:endParaRPr lang="es-MX" sz="600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B04BD5-478F-D855-2BFD-5971B09630D0}"/>
                </a:ext>
              </a:extLst>
            </p:cNvPr>
            <p:cNvSpPr txBox="1"/>
            <p:nvPr/>
          </p:nvSpPr>
          <p:spPr>
            <a:xfrm>
              <a:off x="298848" y="4860247"/>
              <a:ext cx="906835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Regional Marketing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3E22A66-B9F9-39BE-A84F-EF6F2AE13242}"/>
                </a:ext>
              </a:extLst>
            </p:cNvPr>
            <p:cNvCxnSpPr>
              <a:cxnSpLocks/>
              <a:stCxn id="31" idx="4"/>
              <a:endCxn id="2" idx="0"/>
            </p:cNvCxnSpPr>
            <p:nvPr/>
          </p:nvCxnSpPr>
          <p:spPr>
            <a:xfrm>
              <a:off x="1780321" y="653889"/>
              <a:ext cx="3034" cy="18056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28F6A69-A290-B6AA-2EF4-6BBC3203F51A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>
              <a:off x="1796490" y="6456783"/>
              <a:ext cx="0" cy="238817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CE59DDA-8B66-059D-1DDF-E42ECAD0373D}"/>
                </a:ext>
              </a:extLst>
            </p:cNvPr>
            <p:cNvCxnSpPr>
              <a:cxnSpLocks/>
              <a:stCxn id="232" idx="2"/>
              <a:endCxn id="27" idx="0"/>
            </p:cNvCxnSpPr>
            <p:nvPr/>
          </p:nvCxnSpPr>
          <p:spPr>
            <a:xfrm>
              <a:off x="2954957" y="7255100"/>
              <a:ext cx="0" cy="313286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728925D-F929-397A-46EF-B11C5D3903AC}"/>
                </a:ext>
              </a:extLst>
            </p:cNvPr>
            <p:cNvCxnSpPr>
              <a:cxnSpLocks/>
              <a:stCxn id="29" idx="3"/>
              <a:endCxn id="30" idx="1"/>
            </p:cNvCxnSpPr>
            <p:nvPr/>
          </p:nvCxnSpPr>
          <p:spPr>
            <a:xfrm flipV="1">
              <a:off x="5512521" y="3656492"/>
              <a:ext cx="444958" cy="6846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6166E27-63D5-A534-2088-8514BF5ED518}"/>
                </a:ext>
              </a:extLst>
            </p:cNvPr>
            <p:cNvCxnSpPr>
              <a:cxnSpLocks/>
              <a:stCxn id="30" idx="2"/>
              <a:endCxn id="32" idx="0"/>
            </p:cNvCxnSpPr>
            <p:nvPr/>
          </p:nvCxnSpPr>
          <p:spPr>
            <a:xfrm>
              <a:off x="6312992" y="3865027"/>
              <a:ext cx="42240" cy="6620250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D8E25F0A-CDE0-4142-61D1-A2698DCA0D27}"/>
                </a:ext>
              </a:extLst>
            </p:cNvPr>
            <p:cNvCxnSpPr>
              <a:cxnSpLocks/>
              <a:stCxn id="27" idx="3"/>
              <a:endCxn id="28" idx="2"/>
            </p:cNvCxnSpPr>
            <p:nvPr/>
          </p:nvCxnSpPr>
          <p:spPr>
            <a:xfrm flipV="1">
              <a:off x="3310470" y="3869670"/>
              <a:ext cx="634128" cy="3907251"/>
            </a:xfrm>
            <a:prstGeom prst="bentConnector2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mond 18">
              <a:extLst>
                <a:ext uri="{FF2B5EF4-FFF2-40B4-BE49-F238E27FC236}">
                  <a16:creationId xmlns:a16="http://schemas.microsoft.com/office/drawing/2014/main" id="{3CF05070-82B2-3984-F946-34346AA07375}"/>
                </a:ext>
              </a:extLst>
            </p:cNvPr>
            <p:cNvSpPr/>
            <p:nvPr/>
          </p:nvSpPr>
          <p:spPr>
            <a:xfrm>
              <a:off x="1321472" y="3784221"/>
              <a:ext cx="906090" cy="555199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600"/>
                <a:t>False-positive?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D74A270-5166-39D1-0510-81E0F9118C18}"/>
                </a:ext>
              </a:extLst>
            </p:cNvPr>
            <p:cNvCxnSpPr>
              <a:cxnSpLocks/>
              <a:stCxn id="3" idx="2"/>
              <a:endCxn id="19" idx="0"/>
            </p:cNvCxnSpPr>
            <p:nvPr/>
          </p:nvCxnSpPr>
          <p:spPr>
            <a:xfrm flipH="1">
              <a:off x="1774517" y="3566192"/>
              <a:ext cx="5218" cy="2180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152D164-7D01-8A58-6485-B7A6D48001DA}"/>
                </a:ext>
              </a:extLst>
            </p:cNvPr>
            <p:cNvCxnSpPr>
              <a:cxnSpLocks/>
              <a:stCxn id="19" idx="2"/>
              <a:endCxn id="18" idx="0"/>
            </p:cNvCxnSpPr>
            <p:nvPr/>
          </p:nvCxnSpPr>
          <p:spPr>
            <a:xfrm>
              <a:off x="1774517" y="4339420"/>
              <a:ext cx="2957" cy="2899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2C300A0-F3DE-9BF0-5600-3BFD4771EBF5}"/>
                </a:ext>
              </a:extLst>
            </p:cNvPr>
            <p:cNvCxnSpPr>
              <a:cxnSpLocks/>
              <a:stCxn id="18" idx="2"/>
              <a:endCxn id="24" idx="0"/>
            </p:cNvCxnSpPr>
            <p:nvPr/>
          </p:nvCxnSpPr>
          <p:spPr>
            <a:xfrm>
              <a:off x="1777475" y="5009944"/>
              <a:ext cx="3113" cy="1918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5FD77DA-1714-7EFB-3D37-20C287637B2E}"/>
                </a:ext>
              </a:extLst>
            </p:cNvPr>
            <p:cNvSpPr txBox="1"/>
            <p:nvPr/>
          </p:nvSpPr>
          <p:spPr>
            <a:xfrm>
              <a:off x="1440976" y="8764460"/>
              <a:ext cx="1080493" cy="333656"/>
            </a:xfrm>
            <a:prstGeom prst="rect">
              <a:avLst/>
            </a:prstGeom>
            <a:ln>
              <a:solidFill>
                <a:schemeClr val="bg2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600"/>
                <a:t>Validate and conduct research, share report, and issue verdict</a:t>
              </a:r>
              <a:endParaRPr lang="es-MX" sz="6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BCB8407-4F9A-DE39-2F8A-E70C854C6496}"/>
                </a:ext>
              </a:extLst>
            </p:cNvPr>
            <p:cNvSpPr txBox="1"/>
            <p:nvPr/>
          </p:nvSpPr>
          <p:spPr>
            <a:xfrm>
              <a:off x="1731930" y="4317042"/>
              <a:ext cx="304096" cy="183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cxnSp>
          <p:nvCxnSpPr>
            <p:cNvPr id="147" name="Connector: Elbow 146">
              <a:extLst>
                <a:ext uri="{FF2B5EF4-FFF2-40B4-BE49-F238E27FC236}">
                  <a16:creationId xmlns:a16="http://schemas.microsoft.com/office/drawing/2014/main" id="{79E726CA-41E4-4DCE-46FE-5CDA586735E4}"/>
                </a:ext>
              </a:extLst>
            </p:cNvPr>
            <p:cNvCxnSpPr>
              <a:cxnSpLocks/>
              <a:stCxn id="102" idx="3"/>
              <a:endCxn id="32" idx="0"/>
            </p:cNvCxnSpPr>
            <p:nvPr/>
          </p:nvCxnSpPr>
          <p:spPr>
            <a:xfrm>
              <a:off x="2521469" y="8931288"/>
              <a:ext cx="3833763" cy="1553988"/>
            </a:xfrm>
            <a:prstGeom prst="bentConnector2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B206E4DD-1613-5B9F-A598-D46CD54CD841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4481005" y="3661136"/>
              <a:ext cx="340274" cy="2202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84055D-8118-334D-B270-D781E4D6C75E}"/>
                </a:ext>
              </a:extLst>
            </p:cNvPr>
            <p:cNvSpPr txBox="1"/>
            <p:nvPr/>
          </p:nvSpPr>
          <p:spPr>
            <a:xfrm>
              <a:off x="1423216" y="1521201"/>
              <a:ext cx="711026" cy="29716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51435" tIns="25718" rIns="51435" bIns="25718" rtlCol="0" anchor="t">
              <a:spAutoFit/>
            </a:bodyPr>
            <a:lstStyle/>
            <a:p>
              <a:r>
                <a:rPr lang="en-US" sz="600"/>
                <a:t>Review evidence, identify use cases, and distribute.</a:t>
              </a:r>
              <a:endParaRPr lang="es-MX" sz="600"/>
            </a:p>
          </p:txBody>
        </p:sp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525B49BF-6E5A-5D15-D70D-CCA06BEA7640}"/>
                </a:ext>
              </a:extLst>
            </p:cNvPr>
            <p:cNvSpPr/>
            <p:nvPr/>
          </p:nvSpPr>
          <p:spPr>
            <a:xfrm>
              <a:off x="1278823" y="2031535"/>
              <a:ext cx="999812" cy="588166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600" err="1"/>
                <a:t>Assign</a:t>
              </a:r>
              <a:r>
                <a:rPr lang="es-MX" sz="600"/>
                <a:t> </a:t>
              </a:r>
              <a:r>
                <a:rPr lang="es-MX" sz="600" err="1"/>
                <a:t>to</a:t>
              </a:r>
              <a:r>
                <a:rPr lang="es-MX" sz="600"/>
                <a:t> SOC </a:t>
              </a:r>
              <a:r>
                <a:rPr lang="es-MX" sz="600" err="1"/>
                <a:t>team</a:t>
              </a:r>
              <a:r>
                <a:rPr lang="es-MX" sz="600"/>
                <a:t>?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146EA3B-6613-37FF-9509-C1CACE7A6A45}"/>
                </a:ext>
              </a:extLst>
            </p:cNvPr>
            <p:cNvCxnSpPr>
              <a:cxnSpLocks/>
              <a:stCxn id="2" idx="2"/>
              <a:endCxn id="4" idx="0"/>
            </p:cNvCxnSpPr>
            <p:nvPr/>
          </p:nvCxnSpPr>
          <p:spPr>
            <a:xfrm flipH="1">
              <a:off x="1778730" y="1334933"/>
              <a:ext cx="4625" cy="186268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004DBC-23C6-6FDD-91F8-84471DDD6EAA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1778730" y="1818364"/>
              <a:ext cx="0" cy="2131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269EC72B-9C7F-A5AA-F8B6-FF8C967750B2}"/>
                </a:ext>
              </a:extLst>
            </p:cNvPr>
            <p:cNvCxnSpPr>
              <a:cxnSpLocks/>
              <a:stCxn id="5" idx="2"/>
              <a:endCxn id="3" idx="0"/>
            </p:cNvCxnSpPr>
            <p:nvPr/>
          </p:nvCxnSpPr>
          <p:spPr>
            <a:xfrm rot="16200000" flipH="1">
              <a:off x="1579689" y="2818741"/>
              <a:ext cx="399086" cy="1006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2CCF73E-5A7C-F04F-F531-1F42CAAD0400}"/>
                </a:ext>
              </a:extLst>
            </p:cNvPr>
            <p:cNvCxnSpPr>
              <a:cxnSpLocks/>
              <a:stCxn id="5" idx="3"/>
              <a:endCxn id="96" idx="1"/>
            </p:cNvCxnSpPr>
            <p:nvPr/>
          </p:nvCxnSpPr>
          <p:spPr>
            <a:xfrm>
              <a:off x="2278635" y="2325618"/>
              <a:ext cx="354195" cy="4716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A02BF5D-F698-13AC-1586-1D03A010EE46}"/>
                </a:ext>
              </a:extLst>
            </p:cNvPr>
            <p:cNvSpPr/>
            <p:nvPr/>
          </p:nvSpPr>
          <p:spPr>
            <a:xfrm>
              <a:off x="5315814" y="2251681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D18380-C975-32B2-BB77-6D26465DDB0B}"/>
                </a:ext>
              </a:extLst>
            </p:cNvPr>
            <p:cNvSpPr txBox="1"/>
            <p:nvPr/>
          </p:nvSpPr>
          <p:spPr>
            <a:xfrm>
              <a:off x="1741482" y="2677435"/>
              <a:ext cx="420967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CBB6D11-269B-D6AF-1EA8-08D055E59BA0}"/>
                </a:ext>
              </a:extLst>
            </p:cNvPr>
            <p:cNvCxnSpPr>
              <a:cxnSpLocks/>
              <a:stCxn id="19" idx="3"/>
              <a:endCxn id="55" idx="2"/>
            </p:cNvCxnSpPr>
            <p:nvPr/>
          </p:nvCxnSpPr>
          <p:spPr>
            <a:xfrm flipV="1">
              <a:off x="2227562" y="4059726"/>
              <a:ext cx="202792" cy="2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47061DE-3EBA-3E84-33EB-5F8D5B1FBF05}"/>
                </a:ext>
              </a:extLst>
            </p:cNvPr>
            <p:cNvSpPr/>
            <p:nvPr/>
          </p:nvSpPr>
          <p:spPr>
            <a:xfrm>
              <a:off x="2430354" y="3990306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D253E4-139A-6F4F-E4E4-84D9F7538EF4}"/>
                </a:ext>
              </a:extLst>
            </p:cNvPr>
            <p:cNvSpPr txBox="1"/>
            <p:nvPr/>
          </p:nvSpPr>
          <p:spPr>
            <a:xfrm>
              <a:off x="451777" y="8847308"/>
              <a:ext cx="772294" cy="16682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60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Corporate</a:t>
              </a:r>
              <a:r>
                <a:rPr lang="es-MX" sz="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Security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9404225-F593-DFCB-CF08-5FD3582BC0CB}"/>
                </a:ext>
              </a:extLst>
            </p:cNvPr>
            <p:cNvSpPr txBox="1"/>
            <p:nvPr/>
          </p:nvSpPr>
          <p:spPr>
            <a:xfrm>
              <a:off x="467719" y="2233135"/>
              <a:ext cx="728084" cy="18466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ATC | CAT | SOC 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039A1B5-EC60-6847-A1DC-F53787F5E618}"/>
                </a:ext>
              </a:extLst>
            </p:cNvPr>
            <p:cNvCxnSpPr/>
            <p:nvPr/>
          </p:nvCxnSpPr>
          <p:spPr>
            <a:xfrm>
              <a:off x="359952" y="1403087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5817427-0513-C9F2-90D3-2CBD2B3D1272}"/>
                </a:ext>
              </a:extLst>
            </p:cNvPr>
            <p:cNvCxnSpPr/>
            <p:nvPr/>
          </p:nvCxnSpPr>
          <p:spPr>
            <a:xfrm>
              <a:off x="359952" y="2880407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Diamond 95">
              <a:extLst>
                <a:ext uri="{FF2B5EF4-FFF2-40B4-BE49-F238E27FC236}">
                  <a16:creationId xmlns:a16="http://schemas.microsoft.com/office/drawing/2014/main" id="{346BB7BC-B11A-8545-701A-08AB086CB200}"/>
                </a:ext>
              </a:extLst>
            </p:cNvPr>
            <p:cNvSpPr/>
            <p:nvPr/>
          </p:nvSpPr>
          <p:spPr>
            <a:xfrm>
              <a:off x="2632830" y="2023701"/>
              <a:ext cx="997178" cy="613265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/>
                <a:t>Assign to Legal and Corp Security team?</a:t>
              </a:r>
              <a:endParaRPr lang="es-MX" sz="600"/>
            </a:p>
          </p:txBody>
        </p:sp>
        <p:sp>
          <p:nvSpPr>
            <p:cNvPr id="119" name="Diamond 118">
              <a:extLst>
                <a:ext uri="{FF2B5EF4-FFF2-40B4-BE49-F238E27FC236}">
                  <a16:creationId xmlns:a16="http://schemas.microsoft.com/office/drawing/2014/main" id="{2F83C124-44FE-DD7A-E4EC-5BEC4B90958C}"/>
                </a:ext>
              </a:extLst>
            </p:cNvPr>
            <p:cNvSpPr/>
            <p:nvPr/>
          </p:nvSpPr>
          <p:spPr>
            <a:xfrm>
              <a:off x="3913933" y="2016557"/>
              <a:ext cx="997178" cy="613265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600"/>
                <a:t>Case </a:t>
              </a:r>
              <a:r>
                <a:rPr lang="es-MX" sz="600" err="1"/>
                <a:t>ruled</a:t>
              </a:r>
              <a:r>
                <a:rPr lang="es-MX" sz="600"/>
                <a:t> </a:t>
              </a:r>
              <a:r>
                <a:rPr lang="es-MX" sz="600" err="1"/>
                <a:t>out</a:t>
              </a:r>
              <a:r>
                <a:rPr lang="es-MX" sz="600"/>
                <a:t>?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E5EE216F-E362-6FE4-0213-2EF63ACF679C}"/>
                </a:ext>
              </a:extLst>
            </p:cNvPr>
            <p:cNvCxnSpPr>
              <a:cxnSpLocks/>
              <a:stCxn id="96" idx="3"/>
              <a:endCxn id="119" idx="1"/>
            </p:cNvCxnSpPr>
            <p:nvPr/>
          </p:nvCxnSpPr>
          <p:spPr>
            <a:xfrm flipV="1">
              <a:off x="3630008" y="2323190"/>
              <a:ext cx="283925" cy="7144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95327121-5765-26B8-0E7C-70594C160EFD}"/>
                </a:ext>
              </a:extLst>
            </p:cNvPr>
            <p:cNvCxnSpPr>
              <a:cxnSpLocks/>
              <a:stCxn id="119" idx="3"/>
              <a:endCxn id="42" idx="2"/>
            </p:cNvCxnSpPr>
            <p:nvPr/>
          </p:nvCxnSpPr>
          <p:spPr>
            <a:xfrm flipV="1">
              <a:off x="4911111" y="2321101"/>
              <a:ext cx="404703" cy="2089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ctor: Elbow 135">
              <a:extLst>
                <a:ext uri="{FF2B5EF4-FFF2-40B4-BE49-F238E27FC236}">
                  <a16:creationId xmlns:a16="http://schemas.microsoft.com/office/drawing/2014/main" id="{0215CE23-8667-A271-F290-6C5EF469ED14}"/>
                </a:ext>
              </a:extLst>
            </p:cNvPr>
            <p:cNvCxnSpPr>
              <a:cxnSpLocks/>
              <a:stCxn id="96" idx="2"/>
              <a:endCxn id="247" idx="6"/>
            </p:cNvCxnSpPr>
            <p:nvPr/>
          </p:nvCxnSpPr>
          <p:spPr>
            <a:xfrm rot="5400000">
              <a:off x="2857302" y="2514089"/>
              <a:ext cx="151241" cy="396994"/>
            </a:xfrm>
            <a:prstGeom prst="bentConnector2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: Elbow 138">
              <a:extLst>
                <a:ext uri="{FF2B5EF4-FFF2-40B4-BE49-F238E27FC236}">
                  <a16:creationId xmlns:a16="http://schemas.microsoft.com/office/drawing/2014/main" id="{3D94E6C3-E53C-A0C1-5BED-530F7E1815B4}"/>
                </a:ext>
              </a:extLst>
            </p:cNvPr>
            <p:cNvCxnSpPr>
              <a:cxnSpLocks/>
              <a:stCxn id="119" idx="0"/>
              <a:endCxn id="5" idx="0"/>
            </p:cNvCxnSpPr>
            <p:nvPr/>
          </p:nvCxnSpPr>
          <p:spPr>
            <a:xfrm rot="16200000" flipH="1" flipV="1">
              <a:off x="3088137" y="707149"/>
              <a:ext cx="14978" cy="2633793"/>
            </a:xfrm>
            <a:prstGeom prst="bentConnector3">
              <a:avLst>
                <a:gd name="adj1" fmla="val -570677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6F6668F-2F23-5C70-F85B-69A22BB0DCFE}"/>
                </a:ext>
              </a:extLst>
            </p:cNvPr>
            <p:cNvSpPr txBox="1"/>
            <p:nvPr/>
          </p:nvSpPr>
          <p:spPr>
            <a:xfrm>
              <a:off x="3095626" y="2646526"/>
              <a:ext cx="412750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36536F0-2279-6B56-CAC0-A8220A9A1C5A}"/>
                </a:ext>
              </a:extLst>
            </p:cNvPr>
            <p:cNvSpPr txBox="1"/>
            <p:nvPr/>
          </p:nvSpPr>
          <p:spPr>
            <a:xfrm>
              <a:off x="4911111" y="2145667"/>
              <a:ext cx="371616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FB95543-AAE4-7C78-DB23-C94663CEDA12}"/>
                </a:ext>
              </a:extLst>
            </p:cNvPr>
            <p:cNvSpPr txBox="1"/>
            <p:nvPr/>
          </p:nvSpPr>
          <p:spPr>
            <a:xfrm>
              <a:off x="2200108" y="2145667"/>
              <a:ext cx="33215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B1A9B104-39D9-E20A-4FA6-080B7AD7F236}"/>
                </a:ext>
              </a:extLst>
            </p:cNvPr>
            <p:cNvSpPr txBox="1"/>
            <p:nvPr/>
          </p:nvSpPr>
          <p:spPr>
            <a:xfrm>
              <a:off x="3543291" y="2145694"/>
              <a:ext cx="33215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4735C15-F74B-96CD-8F5F-CA7CBD53A191}"/>
                </a:ext>
              </a:extLst>
            </p:cNvPr>
            <p:cNvSpPr txBox="1"/>
            <p:nvPr/>
          </p:nvSpPr>
          <p:spPr>
            <a:xfrm>
              <a:off x="4448795" y="1844843"/>
              <a:ext cx="33215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6529BB4-3D6D-A77D-40AD-4173D0912A25}"/>
                </a:ext>
              </a:extLst>
            </p:cNvPr>
            <p:cNvSpPr txBox="1"/>
            <p:nvPr/>
          </p:nvSpPr>
          <p:spPr>
            <a:xfrm>
              <a:off x="2125563" y="3874769"/>
              <a:ext cx="359150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sp>
          <p:nvSpPr>
            <p:cNvPr id="193" name="Diamond 192">
              <a:extLst>
                <a:ext uri="{FF2B5EF4-FFF2-40B4-BE49-F238E27FC236}">
                  <a16:creationId xmlns:a16="http://schemas.microsoft.com/office/drawing/2014/main" id="{15DD186C-18B4-8B77-E947-5D94B67D9D48}"/>
                </a:ext>
              </a:extLst>
            </p:cNvPr>
            <p:cNvSpPr/>
            <p:nvPr/>
          </p:nvSpPr>
          <p:spPr>
            <a:xfrm>
              <a:off x="2480638" y="5120185"/>
              <a:ext cx="997178" cy="613265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600"/>
                <a:t>Case </a:t>
              </a:r>
              <a:r>
                <a:rPr lang="es-MX" sz="600" err="1"/>
                <a:t>ruled</a:t>
              </a:r>
              <a:r>
                <a:rPr lang="es-MX" sz="600"/>
                <a:t> </a:t>
              </a:r>
              <a:r>
                <a:rPr lang="es-MX" sz="600" err="1"/>
                <a:t>out</a:t>
              </a:r>
              <a:r>
                <a:rPr lang="es-MX" sz="600"/>
                <a:t>?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5DC72BA-E3E2-A484-8E79-550D88340ABD}"/>
                </a:ext>
              </a:extLst>
            </p:cNvPr>
            <p:cNvCxnSpPr>
              <a:cxnSpLocks/>
              <a:stCxn id="24" idx="3"/>
              <a:endCxn id="193" idx="1"/>
            </p:cNvCxnSpPr>
            <p:nvPr/>
          </p:nvCxnSpPr>
          <p:spPr>
            <a:xfrm flipV="1">
              <a:off x="2136100" y="5426819"/>
              <a:ext cx="344538" cy="6934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B5D61D-D015-11C6-0D50-8A4C67F0DFAF}"/>
                </a:ext>
              </a:extLst>
            </p:cNvPr>
            <p:cNvSpPr/>
            <p:nvPr/>
          </p:nvSpPr>
          <p:spPr>
            <a:xfrm>
              <a:off x="6247181" y="3119997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204" name="Connector: Elbow 203">
              <a:extLst>
                <a:ext uri="{FF2B5EF4-FFF2-40B4-BE49-F238E27FC236}">
                  <a16:creationId xmlns:a16="http://schemas.microsoft.com/office/drawing/2014/main" id="{2A1BA226-DF94-6C54-E813-EC0AC4428C67}"/>
                </a:ext>
              </a:extLst>
            </p:cNvPr>
            <p:cNvCxnSpPr>
              <a:cxnSpLocks/>
              <a:stCxn id="203" idx="4"/>
              <a:endCxn id="30" idx="0"/>
            </p:cNvCxnSpPr>
            <p:nvPr/>
          </p:nvCxnSpPr>
          <p:spPr>
            <a:xfrm rot="5400000">
              <a:off x="6219272" y="3352557"/>
              <a:ext cx="189121" cy="1679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5B40FDC3-EFA2-D1A7-B0B7-2747FE3290EB}"/>
                </a:ext>
              </a:extLst>
            </p:cNvPr>
            <p:cNvCxnSpPr>
              <a:cxnSpLocks/>
              <a:stCxn id="193" idx="3"/>
              <a:endCxn id="211" idx="2"/>
            </p:cNvCxnSpPr>
            <p:nvPr/>
          </p:nvCxnSpPr>
          <p:spPr>
            <a:xfrm flipV="1">
              <a:off x="3477816" y="5425633"/>
              <a:ext cx="193653" cy="1185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ABCF58C9-78A6-CC1D-48CB-C32CD859E1E7}"/>
                </a:ext>
              </a:extLst>
            </p:cNvPr>
            <p:cNvSpPr/>
            <p:nvPr/>
          </p:nvSpPr>
          <p:spPr>
            <a:xfrm>
              <a:off x="3671469" y="5356214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6824EB7-DADB-9C20-075E-6D6134789A59}"/>
                </a:ext>
              </a:extLst>
            </p:cNvPr>
            <p:cNvSpPr txBox="1"/>
            <p:nvPr/>
          </p:nvSpPr>
          <p:spPr>
            <a:xfrm>
              <a:off x="3397585" y="5258920"/>
              <a:ext cx="339115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cxnSp>
          <p:nvCxnSpPr>
            <p:cNvPr id="216" name="Connector: Elbow 215">
              <a:extLst>
                <a:ext uri="{FF2B5EF4-FFF2-40B4-BE49-F238E27FC236}">
                  <a16:creationId xmlns:a16="http://schemas.microsoft.com/office/drawing/2014/main" id="{E3E114EE-F19B-27E3-32A9-E6209002266C}"/>
                </a:ext>
              </a:extLst>
            </p:cNvPr>
            <p:cNvCxnSpPr>
              <a:cxnSpLocks/>
              <a:stCxn id="193" idx="2"/>
              <a:endCxn id="25" idx="0"/>
            </p:cNvCxnSpPr>
            <p:nvPr/>
          </p:nvCxnSpPr>
          <p:spPr>
            <a:xfrm rot="5400000">
              <a:off x="2234728" y="5295214"/>
              <a:ext cx="306263" cy="1182737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FDB197C-F578-1525-1041-F76E751C5F43}"/>
                </a:ext>
              </a:extLst>
            </p:cNvPr>
            <p:cNvSpPr txBox="1"/>
            <p:nvPr/>
          </p:nvSpPr>
          <p:spPr>
            <a:xfrm>
              <a:off x="2954957" y="5845616"/>
              <a:ext cx="304096" cy="183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sp>
          <p:nvSpPr>
            <p:cNvPr id="232" name="Diamond 231">
              <a:extLst>
                <a:ext uri="{FF2B5EF4-FFF2-40B4-BE49-F238E27FC236}">
                  <a16:creationId xmlns:a16="http://schemas.microsoft.com/office/drawing/2014/main" id="{E4139CC3-F7CE-5EE6-8E49-9F0228C26739}"/>
                </a:ext>
              </a:extLst>
            </p:cNvPr>
            <p:cNvSpPr/>
            <p:nvPr/>
          </p:nvSpPr>
          <p:spPr>
            <a:xfrm>
              <a:off x="2456368" y="6641835"/>
              <a:ext cx="997178" cy="613265"/>
            </a:xfrm>
            <a:prstGeom prst="diamond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600"/>
                <a:t>Case </a:t>
              </a:r>
              <a:r>
                <a:rPr lang="es-MX" sz="600" err="1"/>
                <a:t>ruled</a:t>
              </a:r>
              <a:r>
                <a:rPr lang="es-MX" sz="600"/>
                <a:t> </a:t>
              </a:r>
              <a:r>
                <a:rPr lang="es-MX" sz="600" err="1"/>
                <a:t>out</a:t>
              </a:r>
              <a:r>
                <a:rPr lang="es-MX" sz="600"/>
                <a:t>?</a:t>
              </a:r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17A670A7-E21C-2BE9-D114-5F48224BE443}"/>
                </a:ext>
              </a:extLst>
            </p:cNvPr>
            <p:cNvCxnSpPr>
              <a:cxnSpLocks/>
              <a:stCxn id="232" idx="3"/>
              <a:endCxn id="234" idx="2"/>
            </p:cNvCxnSpPr>
            <p:nvPr/>
          </p:nvCxnSpPr>
          <p:spPr>
            <a:xfrm flipV="1">
              <a:off x="3453546" y="6944875"/>
              <a:ext cx="197217" cy="3593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8FDD8C10-FC2B-C3E7-D67A-481E32DAD499}"/>
                </a:ext>
              </a:extLst>
            </p:cNvPr>
            <p:cNvSpPr/>
            <p:nvPr/>
          </p:nvSpPr>
          <p:spPr>
            <a:xfrm>
              <a:off x="3650763" y="6875456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9B3D037-F6AF-EB12-BFE3-AD618CC89F51}"/>
                </a:ext>
              </a:extLst>
            </p:cNvPr>
            <p:cNvSpPr txBox="1"/>
            <p:nvPr/>
          </p:nvSpPr>
          <p:spPr>
            <a:xfrm>
              <a:off x="3372490" y="6780330"/>
              <a:ext cx="302706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Yes</a:t>
              </a:r>
            </a:p>
          </p:txBody>
        </p: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0EC0360D-AFC9-5626-160A-89A562FF2936}"/>
                </a:ext>
              </a:extLst>
            </p:cNvPr>
            <p:cNvCxnSpPr>
              <a:cxnSpLocks/>
              <a:stCxn id="26" idx="3"/>
              <a:endCxn id="232" idx="1"/>
            </p:cNvCxnSpPr>
            <p:nvPr/>
          </p:nvCxnSpPr>
          <p:spPr>
            <a:xfrm>
              <a:off x="2152003" y="6945843"/>
              <a:ext cx="304365" cy="2625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28796602-19DD-4358-FB1A-5338FFE3B048}"/>
                </a:ext>
              </a:extLst>
            </p:cNvPr>
            <p:cNvSpPr txBox="1"/>
            <p:nvPr/>
          </p:nvSpPr>
          <p:spPr>
            <a:xfrm>
              <a:off x="2939109" y="7275544"/>
              <a:ext cx="304096" cy="183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600"/>
                <a:t>No</a:t>
              </a:r>
            </a:p>
          </p:txBody>
        </p: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11E135A-1D82-D28D-4149-05A914208C2B}"/>
                </a:ext>
              </a:extLst>
            </p:cNvPr>
            <p:cNvCxnSpPr/>
            <p:nvPr/>
          </p:nvCxnSpPr>
          <p:spPr>
            <a:xfrm>
              <a:off x="339942" y="8207886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EA999F5B-D494-362E-CA6B-254018EA370A}"/>
                </a:ext>
              </a:extLst>
            </p:cNvPr>
            <p:cNvSpPr/>
            <p:nvPr/>
          </p:nvSpPr>
          <p:spPr>
            <a:xfrm>
              <a:off x="2599444" y="2718787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095F5A0-205C-B840-4142-A08BE1152789}"/>
                </a:ext>
              </a:extLst>
            </p:cNvPr>
            <p:cNvSpPr/>
            <p:nvPr/>
          </p:nvSpPr>
          <p:spPr>
            <a:xfrm>
              <a:off x="1918762" y="8440955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250" name="Connector: Elbow 249">
              <a:extLst>
                <a:ext uri="{FF2B5EF4-FFF2-40B4-BE49-F238E27FC236}">
                  <a16:creationId xmlns:a16="http://schemas.microsoft.com/office/drawing/2014/main" id="{52E464F5-423B-EE22-8C01-A37DE0271EBE}"/>
                </a:ext>
              </a:extLst>
            </p:cNvPr>
            <p:cNvCxnSpPr>
              <a:cxnSpLocks/>
              <a:stCxn id="249" idx="4"/>
              <a:endCxn id="102" idx="0"/>
            </p:cNvCxnSpPr>
            <p:nvPr/>
          </p:nvCxnSpPr>
          <p:spPr>
            <a:xfrm rot="5400000">
              <a:off x="1891405" y="8669612"/>
              <a:ext cx="184666" cy="5030"/>
            </a:xfrm>
            <a:prstGeom prst="bentConnector3">
              <a:avLst>
                <a:gd name="adj1" fmla="val 50000"/>
              </a:avLst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708296EC-1809-AA1C-F150-F6F01ADED00D}"/>
                </a:ext>
              </a:extLst>
            </p:cNvPr>
            <p:cNvSpPr/>
            <p:nvPr/>
          </p:nvSpPr>
          <p:spPr>
            <a:xfrm>
              <a:off x="3274114" y="9092158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60" name="Connector: Elbow 259">
              <a:extLst>
                <a:ext uri="{FF2B5EF4-FFF2-40B4-BE49-F238E27FC236}">
                  <a16:creationId xmlns:a16="http://schemas.microsoft.com/office/drawing/2014/main" id="{34C43015-5B61-1637-273F-F89B07884659}"/>
                </a:ext>
              </a:extLst>
            </p:cNvPr>
            <p:cNvCxnSpPr>
              <a:cxnSpLocks/>
              <a:stCxn id="102" idx="3"/>
              <a:endCxn id="259" idx="0"/>
            </p:cNvCxnSpPr>
            <p:nvPr/>
          </p:nvCxnSpPr>
          <p:spPr>
            <a:xfrm>
              <a:off x="2521469" y="8931288"/>
              <a:ext cx="820136" cy="160870"/>
            </a:xfrm>
            <a:prstGeom prst="bentConnector2">
              <a:avLst/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5921DAF-2F9E-1AAD-E9A4-916F888C3253}"/>
                </a:ext>
              </a:extLst>
            </p:cNvPr>
            <p:cNvCxnSpPr/>
            <p:nvPr/>
          </p:nvCxnSpPr>
          <p:spPr>
            <a:xfrm>
              <a:off x="359952" y="9513225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08289898-ECF3-7C16-1793-C7971DFC2765}"/>
                </a:ext>
              </a:extLst>
            </p:cNvPr>
            <p:cNvSpPr txBox="1"/>
            <p:nvPr/>
          </p:nvSpPr>
          <p:spPr>
            <a:xfrm>
              <a:off x="400966" y="2194243"/>
              <a:ext cx="616755" cy="16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MX" sz="6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51C234A-02EE-F5A8-0C6C-DF68A555CA83}"/>
                </a:ext>
              </a:extLst>
            </p:cNvPr>
            <p:cNvSpPr/>
            <p:nvPr/>
          </p:nvSpPr>
          <p:spPr>
            <a:xfrm>
              <a:off x="2383908" y="6178831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46C280C8-AEAA-9B69-0C8C-9CA97A165EC0}"/>
                </a:ext>
              </a:extLst>
            </p:cNvPr>
            <p:cNvCxnSpPr>
              <a:cxnSpLocks/>
              <a:stCxn id="8" idx="2"/>
              <a:endCxn id="25" idx="3"/>
            </p:cNvCxnSpPr>
            <p:nvPr/>
          </p:nvCxnSpPr>
          <p:spPr>
            <a:xfrm rot="10800000">
              <a:off x="2152004" y="6248249"/>
              <a:ext cx="231906" cy="2"/>
            </a:xfrm>
            <a:prstGeom prst="bentConnector3">
              <a:avLst>
                <a:gd name="adj1" fmla="val 50000"/>
              </a:avLst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F6D0A67-8918-FEE3-E8D9-4E70B2295103}"/>
                </a:ext>
              </a:extLst>
            </p:cNvPr>
            <p:cNvSpPr/>
            <p:nvPr/>
          </p:nvSpPr>
          <p:spPr>
            <a:xfrm>
              <a:off x="1729706" y="7520824"/>
              <a:ext cx="134981" cy="138839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6362D4D4-7B4D-4D0F-4284-99984CC3382F}"/>
                </a:ext>
              </a:extLst>
            </p:cNvPr>
            <p:cNvCxnSpPr>
              <a:cxnSpLocks/>
              <a:stCxn id="13" idx="0"/>
              <a:endCxn id="26" idx="2"/>
            </p:cNvCxnSpPr>
            <p:nvPr/>
          </p:nvCxnSpPr>
          <p:spPr>
            <a:xfrm rot="16200000" flipV="1">
              <a:off x="1634474" y="7358100"/>
              <a:ext cx="324739" cy="707"/>
            </a:xfrm>
            <a:prstGeom prst="bentConnector3">
              <a:avLst>
                <a:gd name="adj1" fmla="val 50000"/>
              </a:avLst>
            </a:prstGeom>
            <a:ln w="31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BA00A81-3FF4-002C-5B9B-1A5722ABD743}"/>
              </a:ext>
            </a:extLst>
          </p:cNvPr>
          <p:cNvGrpSpPr/>
          <p:nvPr/>
        </p:nvGrpSpPr>
        <p:grpSpPr>
          <a:xfrm>
            <a:off x="380393" y="4459924"/>
            <a:ext cx="6469400" cy="6185712"/>
            <a:chOff x="380393" y="4459924"/>
            <a:chExt cx="6469400" cy="618571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FFF36FE-18F3-1B78-2789-E3BB365C455E}"/>
                </a:ext>
              </a:extLst>
            </p:cNvPr>
            <p:cNvCxnSpPr/>
            <p:nvPr/>
          </p:nvCxnSpPr>
          <p:spPr>
            <a:xfrm>
              <a:off x="380393" y="4459924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73B3F2C1-B57C-4E32-E600-FF17A0F738DB}"/>
                </a:ext>
              </a:extLst>
            </p:cNvPr>
            <p:cNvCxnSpPr/>
            <p:nvPr/>
          </p:nvCxnSpPr>
          <p:spPr>
            <a:xfrm>
              <a:off x="380393" y="5937243"/>
              <a:ext cx="64694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28375A6C-93E5-4BD3-F19C-86AE7D4BB68D}"/>
                </a:ext>
              </a:extLst>
            </p:cNvPr>
            <p:cNvSpPr txBox="1"/>
            <p:nvPr/>
          </p:nvSpPr>
          <p:spPr>
            <a:xfrm>
              <a:off x="5264843" y="10353251"/>
              <a:ext cx="796367" cy="215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MX" sz="8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ATC | CAT </a:t>
              </a:r>
              <a:endParaRPr lang="es-MX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3BD157-B2EB-08F5-BEC6-881BF72CD844}"/>
                </a:ext>
              </a:extLst>
            </p:cNvPr>
            <p:cNvSpPr/>
            <p:nvPr/>
          </p:nvSpPr>
          <p:spPr>
            <a:xfrm>
              <a:off x="5906296" y="10276307"/>
              <a:ext cx="805014" cy="36932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es-MX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600">
                  <a:solidFill>
                    <a:schemeClr val="tx1"/>
                  </a:solidFill>
                </a:rPr>
                <a:t>Notify the final user or concessionaire of the verdict</a:t>
              </a:r>
              <a:endParaRPr lang="es-MX" sz="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34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4D501ABC3EF146934CF32451893194" ma:contentTypeVersion="17" ma:contentTypeDescription="Create a new document." ma:contentTypeScope="" ma:versionID="b8c51f38b49c9a6ee4a5f8161faa4fe8">
  <xsd:schema xmlns:xsd="http://www.w3.org/2001/XMLSchema" xmlns:xs="http://www.w3.org/2001/XMLSchema" xmlns:p="http://schemas.microsoft.com/office/2006/metadata/properties" xmlns:ns2="e929d7a7-df6a-4a55-bb13-b23d34b50bd5" xmlns:ns3="3af27d9a-d235-4416-b172-0854501824bf" targetNamespace="http://schemas.microsoft.com/office/2006/metadata/properties" ma:root="true" ma:fieldsID="8faa8f5abaaafd4943e9ed604a010683" ns2:_="" ns3:_="">
    <xsd:import namespace="e929d7a7-df6a-4a55-bb13-b23d34b50bd5"/>
    <xsd:import namespace="3af27d9a-d235-4416-b172-0854501824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9d7a7-df6a-4a55-bb13-b23d34b50b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2fd6493-12f4-40ee-a142-2575533147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27d9a-d235-4416-b172-0854501824b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2aec87a-910e-4217-b4ff-acfe9d6cbbe4}" ma:internalName="TaxCatchAll" ma:showField="CatchAllData" ma:web="3af27d9a-d235-4416-b172-0854501824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9d7a7-df6a-4a55-bb13-b23d34b50bd5">
      <Terms xmlns="http://schemas.microsoft.com/office/infopath/2007/PartnerControls"/>
    </lcf76f155ced4ddcb4097134ff3c332f>
    <TaxCatchAll xmlns="3af27d9a-d235-4416-b172-0854501824bf" xsi:nil="true"/>
  </documentManagement>
</p:properties>
</file>

<file path=customXml/itemProps1.xml><?xml version="1.0" encoding="utf-8"?>
<ds:datastoreItem xmlns:ds="http://schemas.openxmlformats.org/officeDocument/2006/customXml" ds:itemID="{A2E789FF-AE9C-4B5F-A280-4B61BED969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0A887F-B455-4F77-9B7E-AE4DBBCEE8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29d7a7-df6a-4a55-bb13-b23d34b50bd5"/>
    <ds:schemaRef ds:uri="3af27d9a-d235-4416-b172-085450182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CE6C69-2774-44FA-AA0C-897D152C03FE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af27d9a-d235-4416-b172-0854501824bf"/>
    <ds:schemaRef ds:uri="http://schemas.openxmlformats.org/package/2006/metadata/core-properties"/>
    <ds:schemaRef ds:uri="http://purl.org/dc/terms/"/>
    <ds:schemaRef ds:uri="e929d7a7-df6a-4a55-bb13-b23d34b50bd5"/>
    <ds:schemaRef ds:uri="http://purl.org/dc/elements/1.1/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ccc271e1-d2b2-4a1e-88b1-465f949bbf86}" enabled="1" method="Privileged" siteId="{9dfd1e5e-bb06-40df-8eeb-2a295fe4dd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Sandoval Granados, Alejandro</dc:creator>
  <cp:lastModifiedBy>Martinez, Luis F [C]</cp:lastModifiedBy>
  <cp:revision>1</cp:revision>
  <dcterms:created xsi:type="dcterms:W3CDTF">2025-11-07T22:01:51Z</dcterms:created>
  <dcterms:modified xsi:type="dcterms:W3CDTF">2026-09-14T18:17:28Z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Limited Sharing</vt:lpwstr>
  </property>
  <property fmtid="{D5CDD505-2E9C-101B-9397-08002B2CF9AE}" pid="4" name="ContentTypeId">
    <vt:lpwstr>0x010100BB4D501ABC3EF146934CF32451893194</vt:lpwstr>
  </property>
</Properties>
</file>